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5" r:id="rId3"/>
    <p:sldId id="257" r:id="rId4"/>
    <p:sldId id="271" r:id="rId5"/>
    <p:sldId id="264" r:id="rId6"/>
    <p:sldId id="262" r:id="rId7"/>
    <p:sldId id="263" r:id="rId8"/>
    <p:sldId id="261" r:id="rId9"/>
    <p:sldId id="260" r:id="rId10"/>
    <p:sldId id="258" r:id="rId11"/>
    <p:sldId id="266" r:id="rId12"/>
    <p:sldId id="268" r:id="rId13"/>
    <p:sldId id="269" r:id="rId14"/>
    <p:sldId id="267" r:id="rId15"/>
    <p:sldId id="272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31"/>
    <p:restoredTop sz="94643"/>
  </p:normalViewPr>
  <p:slideViewPr>
    <p:cSldViewPr snapToGrid="0">
      <p:cViewPr varScale="1">
        <p:scale>
          <a:sx n="188" d="100"/>
          <a:sy n="188" d="100"/>
        </p:scale>
        <p:origin x="10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7D3FC-7845-874C-8974-9A359C9EFD69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0EB887-C9CF-C445-A380-E157EA0FB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564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Hit circuit breaker, when retries are okay, throw in Discards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EB887-C9CF-C445-A380-E157EA0FB9A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043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38B4E-C0C7-EEF2-C421-7B45B4F137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EC3B26-3EFE-4BFC-75F4-A9F35470F4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F774D-3410-2784-0371-735694530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2BA04-3AAF-F745-B24E-7D90A4773C9B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173FD-7C5F-E56D-7F82-FB5795F50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12113-02B0-02E3-92E2-0A3B8C01B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A9561-E740-2E43-B86A-6CE606971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630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6115F-8B78-E242-93AA-68675A040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A39DE-6A42-0E54-598D-4BE831597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BD054-CD38-ADCF-F4D7-A272683F0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2BA04-3AAF-F745-B24E-7D90A4773C9B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1D206-D731-6F1D-CB47-85675BB9B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C2527-AFA4-C797-222A-7CF6B09A2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A9561-E740-2E43-B86A-6CE606971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440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9515E-8A2E-DF34-B8F8-7A8C1B41C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A8AF3-A267-2291-68F2-15D23623C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DF623-10FF-9D2A-DE37-2FC8BBE71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2BA04-3AAF-F745-B24E-7D90A4773C9B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A4088-888E-1050-7D3A-57C1D505E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72EE3-B628-1558-C45B-086953567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A9561-E740-2E43-B86A-6CE606971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809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215AD-509E-A96E-65FD-9AA531791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D96D0-C452-9F06-C484-F2758108D7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FE2C06-8295-37DE-BC69-8359DEA3B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00E728-09D0-FA5F-6CF2-AACBAA268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2BA04-3AAF-F745-B24E-7D90A4773C9B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C71F1-3DAB-EF5A-3553-23AB4F2B3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54E03-0C63-4BC9-DCEE-D2DA8C770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A9561-E740-2E43-B86A-6CE606971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376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2FE89-E60D-4D6C-D929-D8D50E9C1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79E8B-F057-00FC-38B5-4B2DE4701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332782-6EDD-1D53-DBE5-52521BDBA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D004-090E-9013-16ED-8AF61228A8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DF1BF1-5100-D677-E941-01CCDDEDCA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3E6AA4-9D81-A040-C70B-0D4EB82D8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2BA04-3AAF-F745-B24E-7D90A4773C9B}" type="datetimeFigureOut">
              <a:rPr lang="en-US" smtClean="0"/>
              <a:t>1/27/26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D743C0-3633-B391-20C9-F7052B8B9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05720F-3BF6-D059-E7EE-2978C3162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A9561-E740-2E43-B86A-6CE606971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002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DA73B-87B9-1FB4-B74C-265D34120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4A4AE4-C58C-D557-9271-B3B055CD8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2BA04-3AAF-F745-B24E-7D90A4773C9B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37FFB-1623-896D-1CC7-CB0A02BC9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D01947-FCED-0DD1-765A-7CF037C77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A9561-E740-2E43-B86A-6CE606971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850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5EBED8-0A82-F94C-3ABE-187E3860B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2BA04-3AAF-F745-B24E-7D90A4773C9B}" type="datetimeFigureOut">
              <a:rPr lang="en-US" smtClean="0"/>
              <a:t>1/27/26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9630C-F677-E3C0-71D5-0BF167A6C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9CF1F-B455-69A2-C867-8726CB5D9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A9561-E740-2E43-B86A-6CE606971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31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F1FF6-8EAD-E9D8-C80C-05DEB3C73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485D2-3DA1-9165-D7C2-9DDC912CE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2DD72D-747F-DC71-5CFC-ECAE47957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5AC2FF-AC87-97AB-6C3D-BDD343451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2BA04-3AAF-F745-B24E-7D90A4773C9B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12677-EC17-BEF1-B293-864FD03E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C03B9-9E08-1537-263C-4FD771780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A9561-E740-2E43-B86A-6CE606971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682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C50EF-DE00-9592-6BA8-7511792A4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30E190-F181-95BB-0297-A697121AA7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9FCDE5-E697-B60B-5489-697CCF9417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434CC4-0905-5881-A21E-02BB44548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2BA04-3AAF-F745-B24E-7D90A4773C9B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66379D-83D0-EEDE-51AA-91F3004A4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ED058F-06B6-C35C-760B-5451435BA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A9561-E740-2E43-B86A-6CE606971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21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A1A25-521C-2537-8209-68DB0D1D6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FB9E1A-F322-FA3D-D647-0B98916312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023EF-08DB-0AF4-A868-C56832BC4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2BA04-3AAF-F745-B24E-7D90A4773C9B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81CA5-E428-C3DD-1D4A-83E9F685A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DDC44-D8EA-E94D-7F81-C76BF7A79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A9561-E740-2E43-B86A-6CE606971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46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CAB543-1335-C405-FFAB-D632BB2AA7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AC96E6-7CF7-CB7E-A0EB-6AD41526E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3A1DF-BA7F-F72A-3043-C1FBDCAED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2BA04-3AAF-F745-B24E-7D90A4773C9B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3ED3D-5CC8-3357-0479-0A35BB08A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A3F16-8500-625A-2518-2262ADB9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A9561-E740-2E43-B86A-6CE606971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683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57D624-2C42-D0FE-F166-E04F52B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72A2E-833A-563D-E6E9-7628C139C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D15F1-670F-6326-1ECF-7ACFE027E8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32BA04-3AAF-F745-B24E-7D90A4773C9B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8E62E-1A9F-0821-236E-E07619A88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3E35D-6BD8-444A-56F6-19B544F219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DA9561-E740-2E43-B86A-6CE606971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019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E8E71A-49CE-5408-BF54-5E377A914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0407" y="743447"/>
            <a:ext cx="397338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 dirty="0"/>
              <a:t>Resiliency and Message Ordering</a:t>
            </a:r>
          </a:p>
        </p:txBody>
      </p:sp>
      <p:pic>
        <p:nvPicPr>
          <p:cNvPr id="5" name="Picture 4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AAB7C90F-1FD0-01F3-A1C4-319087D5DB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29" r="-1" b="-1"/>
          <a:stretch>
            <a:fillRect/>
          </a:stretch>
        </p:blipFill>
        <p:spPr>
          <a:xfrm>
            <a:off x="20" y="10"/>
            <a:ext cx="699288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629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39433-F54A-63BA-FF1F-8DA0E6F7E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19FE1-74AF-281E-A7BE-5E8B65C70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Work is Lost</a:t>
            </a:r>
          </a:p>
          <a:p>
            <a:r>
              <a:rPr lang="en-US" dirty="0"/>
              <a:t>Data Consistency</a:t>
            </a:r>
          </a:p>
          <a:p>
            <a:r>
              <a:rPr lang="en-US" dirty="0"/>
              <a:t>Minimal Human Intervention</a:t>
            </a:r>
          </a:p>
        </p:txBody>
      </p:sp>
    </p:spTree>
    <p:extLst>
      <p:ext uri="{BB962C8B-B14F-4D97-AF65-F5344CB8AC3E}">
        <p14:creationId xmlns:p14="http://schemas.microsoft.com/office/powerpoint/2010/main" val="1039582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066D8-C086-0DA7-2125-DC3BC7298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Go Wrong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D1AA4-1793-9F13-6E79-32AF802E0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Transient errors</a:t>
            </a:r>
          </a:p>
          <a:p>
            <a:r>
              <a:rPr lang="en-US" dirty="0"/>
              <a:t>Network hiccups</a:t>
            </a:r>
          </a:p>
          <a:p>
            <a:r>
              <a:rPr lang="en-US" dirty="0"/>
              <a:t>Database timeouts</a:t>
            </a:r>
          </a:p>
          <a:p>
            <a:r>
              <a:rPr lang="en-US" dirty="0"/>
              <a:t>Infrastructure is down</a:t>
            </a:r>
          </a:p>
          <a:p>
            <a:r>
              <a:rPr lang="en-US" dirty="0"/>
              <a:t>External web services are unavailable</a:t>
            </a:r>
          </a:p>
          <a:p>
            <a:r>
              <a:rPr lang="en-US" dirty="0"/>
              <a:t>Unexpected slowness</a:t>
            </a:r>
          </a:p>
          <a:p>
            <a:r>
              <a:rPr lang="en-US" dirty="0"/>
              <a:t>Concurrency problems</a:t>
            </a:r>
          </a:p>
          <a:p>
            <a:r>
              <a:rPr lang="en-US" dirty="0"/>
              <a:t>System crashes</a:t>
            </a:r>
          </a:p>
          <a:p>
            <a:r>
              <a:rPr lang="en-US" dirty="0"/>
              <a:t>Other people’s code has bugs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73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2B0C-8582-61DF-E32B-73DD4E701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Guarantees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2585E-A1C8-800B-3D0E-0CB824287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Fire and Forget</a:t>
            </a:r>
          </a:p>
          <a:p>
            <a:r>
              <a:rPr lang="en-US" dirty="0"/>
              <a:t>At Least Once</a:t>
            </a:r>
          </a:p>
          <a:p>
            <a:r>
              <a:rPr lang="en-US" dirty="0"/>
              <a:t>At Most Once</a:t>
            </a:r>
          </a:p>
          <a:p>
            <a:r>
              <a:rPr lang="en-US" dirty="0"/>
              <a:t>Message Expiration</a:t>
            </a:r>
          </a:p>
        </p:txBody>
      </p:sp>
    </p:spTree>
    <p:extLst>
      <p:ext uri="{BB962C8B-B14F-4D97-AF65-F5344CB8AC3E}">
        <p14:creationId xmlns:p14="http://schemas.microsoft.com/office/powerpoint/2010/main" val="1728207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E0D14-D0F1-8356-70B8-23D1ABAC7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Durable Local Queues</a:t>
            </a:r>
          </a:p>
        </p:txBody>
      </p:sp>
    </p:spTree>
    <p:extLst>
      <p:ext uri="{BB962C8B-B14F-4D97-AF65-F5344CB8AC3E}">
        <p14:creationId xmlns:p14="http://schemas.microsoft.com/office/powerpoint/2010/main" val="60773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1AF25-FB2F-A6C5-609F-98BBF3416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Wolverine’s Transactional Outbox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3D2A0-2A9D-50A8-8650-86752DE91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Store and Forward</a:t>
            </a:r>
          </a:p>
          <a:p>
            <a:r>
              <a:rPr lang="en-US" dirty="0"/>
              <a:t>Consistency</a:t>
            </a:r>
          </a:p>
          <a:p>
            <a:r>
              <a:rPr lang="en-US" dirty="0"/>
              <a:t>Order of Operations</a:t>
            </a:r>
          </a:p>
          <a:p>
            <a:r>
              <a:rPr lang="en-US" dirty="0"/>
              <a:t>With Marten</a:t>
            </a:r>
          </a:p>
          <a:p>
            <a:r>
              <a:rPr lang="en-US" dirty="0"/>
              <a:t>With EF Core &amp; SQL Server</a:t>
            </a:r>
          </a:p>
          <a:p>
            <a:r>
              <a:rPr lang="en-US" dirty="0"/>
              <a:t>Consistency</a:t>
            </a:r>
          </a:p>
          <a:p>
            <a:r>
              <a:rPr lang="en-US" dirty="0"/>
              <a:t>Prevent Race Conditions</a:t>
            </a:r>
          </a:p>
        </p:txBody>
      </p:sp>
    </p:spTree>
    <p:extLst>
      <p:ext uri="{BB962C8B-B14F-4D97-AF65-F5344CB8AC3E}">
        <p14:creationId xmlns:p14="http://schemas.microsoft.com/office/powerpoint/2010/main" val="1992198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FA76B-55B7-E3CC-C52D-16B0B744F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B8C46-9841-4C73-3C7F-5DB5C2534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Idempotency with Wolverine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7C2C4A-ECAD-115D-053C-65CFE32D4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Durable Endpoints</a:t>
            </a:r>
          </a:p>
          <a:p>
            <a:r>
              <a:rPr lang="en-US" dirty="0"/>
              <a:t>Transactional Middleware</a:t>
            </a:r>
          </a:p>
          <a:p>
            <a:r>
              <a:rPr lang="en-US" dirty="0"/>
              <a:t>Non-Transactional Handlers</a:t>
            </a:r>
          </a:p>
        </p:txBody>
      </p:sp>
    </p:spTree>
    <p:extLst>
      <p:ext uri="{BB962C8B-B14F-4D97-AF65-F5344CB8AC3E}">
        <p14:creationId xmlns:p14="http://schemas.microsoft.com/office/powerpoint/2010/main" val="3409878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287FB-B237-CC46-FE99-52DB94111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C1E1E-D3C9-4215-C0B2-23F397DFC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Wolverine Error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03544-6F10-82AC-E870-A92224853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Exception Matching</a:t>
            </a:r>
          </a:p>
          <a:p>
            <a:r>
              <a:rPr lang="en-US" dirty="0"/>
              <a:t>Dead Letter Queues</a:t>
            </a:r>
          </a:p>
          <a:p>
            <a:r>
              <a:rPr lang="en-US" dirty="0"/>
              <a:t>Retries, Requeues, Scheduled Retries</a:t>
            </a:r>
          </a:p>
          <a:p>
            <a:r>
              <a:rPr lang="en-US" dirty="0"/>
              <a:t>Discard</a:t>
            </a:r>
          </a:p>
          <a:p>
            <a:r>
              <a:rPr lang="en-US" dirty="0"/>
              <a:t>Custom Actions</a:t>
            </a:r>
          </a:p>
          <a:p>
            <a:r>
              <a:rPr lang="en-US" dirty="0"/>
              <a:t>Circuit Breakers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454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9F33A-87FA-822B-389C-A0F150623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3923D-3938-66E1-23EE-0CF55343A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Web Service Example</a:t>
            </a:r>
          </a:p>
        </p:txBody>
      </p:sp>
    </p:spTree>
    <p:extLst>
      <p:ext uri="{BB962C8B-B14F-4D97-AF65-F5344CB8AC3E}">
        <p14:creationId xmlns:p14="http://schemas.microsoft.com/office/powerpoint/2010/main" val="298658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623D6-460D-93E0-DA4F-53A0F6D7A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8E4A9-D438-0D02-76FE-4B3E0A6DC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Transient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4E71B-662B-BA30-8F93-19C86D995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Polly Usage within Marten</a:t>
            </a:r>
          </a:p>
          <a:p>
            <a:r>
              <a:rPr lang="en-US" dirty="0"/>
              <a:t>Retries in Wolverine</a:t>
            </a:r>
          </a:p>
          <a:p>
            <a:r>
              <a:rPr lang="en-US" dirty="0"/>
              <a:t>Distressed Subsystem</a:t>
            </a:r>
          </a:p>
          <a:p>
            <a:r>
              <a:rPr lang="en-US" dirty="0"/>
              <a:t>Exponential Backoff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538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AC51D-2AA0-2F0F-EEC5-BB11B240D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20E3B-63C1-CCF6-212F-06A7B7918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Marten Projection Error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6DDB3-64D2-E477-488B-44A0B4F27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Serialization</a:t>
            </a:r>
          </a:p>
          <a:p>
            <a:r>
              <a:rPr lang="en-US" dirty="0"/>
              <a:t>Application Errors</a:t>
            </a:r>
          </a:p>
          <a:p>
            <a:r>
              <a:rPr lang="en-US" dirty="0"/>
              <a:t>Poison Pill Protection</a:t>
            </a:r>
          </a:p>
          <a:p>
            <a:r>
              <a:rPr lang="en-US" dirty="0"/>
              <a:t>Pause Projections or Subscriptions</a:t>
            </a:r>
          </a:p>
        </p:txBody>
      </p:sp>
    </p:spTree>
    <p:extLst>
      <p:ext uri="{BB962C8B-B14F-4D97-AF65-F5344CB8AC3E}">
        <p14:creationId xmlns:p14="http://schemas.microsoft.com/office/powerpoint/2010/main" val="2359392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47FEC-B741-4B8B-1D1A-2ABCDAAD4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Poison Pill Messages</a:t>
            </a:r>
          </a:p>
        </p:txBody>
      </p:sp>
    </p:spTree>
    <p:extLst>
      <p:ext uri="{BB962C8B-B14F-4D97-AF65-F5344CB8AC3E}">
        <p14:creationId xmlns:p14="http://schemas.microsoft.com/office/powerpoint/2010/main" val="1553987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91650-3B5B-32A9-1AFC-E48251671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Timeouts</a:t>
            </a:r>
          </a:p>
        </p:txBody>
      </p:sp>
    </p:spTree>
    <p:extLst>
      <p:ext uri="{BB962C8B-B14F-4D97-AF65-F5344CB8AC3E}">
        <p14:creationId xmlns:p14="http://schemas.microsoft.com/office/powerpoint/2010/main" val="163013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A2A9D-BAA2-917D-454D-E2BD68A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 Letter Queues</a:t>
            </a:r>
          </a:p>
        </p:txBody>
      </p:sp>
    </p:spTree>
    <p:extLst>
      <p:ext uri="{BB962C8B-B14F-4D97-AF65-F5344CB8AC3E}">
        <p14:creationId xmlns:p14="http://schemas.microsoft.com/office/powerpoint/2010/main" val="3935222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9430A-D650-F649-8290-08BAB9ADA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Ordering or Parallelism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CB5EF-2515-1135-E29E-F7D38FC2C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Parallel Processing</a:t>
            </a:r>
          </a:p>
          <a:p>
            <a:r>
              <a:rPr lang="en-US" dirty="0"/>
              <a:t>Strict Ordering</a:t>
            </a:r>
          </a:p>
        </p:txBody>
      </p:sp>
    </p:spTree>
    <p:extLst>
      <p:ext uri="{BB962C8B-B14F-4D97-AF65-F5344CB8AC3E}">
        <p14:creationId xmlns:p14="http://schemas.microsoft.com/office/powerpoint/2010/main" val="2880034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EF4C2-163C-1599-6D65-8876286B1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825671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5846</TotalTime>
  <Words>171</Words>
  <Application>Microsoft Macintosh PowerPoint</Application>
  <PresentationFormat>Widescreen</PresentationFormat>
  <Paragraphs>60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Resiliency and Message Ordering</vt:lpstr>
      <vt:lpstr>Goals</vt:lpstr>
      <vt:lpstr>Things Go Wrong</vt:lpstr>
      <vt:lpstr>Message Guarantees</vt:lpstr>
      <vt:lpstr>Durable Local Queues</vt:lpstr>
      <vt:lpstr>Wolverine’s Transactional Outbox</vt:lpstr>
      <vt:lpstr>Idempotency with Wolverine</vt:lpstr>
      <vt:lpstr>Wolverine Error Handling</vt:lpstr>
      <vt:lpstr>External Web Service Example</vt:lpstr>
      <vt:lpstr>Transient Errors</vt:lpstr>
      <vt:lpstr>Marten Projection Error Handling</vt:lpstr>
      <vt:lpstr>Poison Pill Messages</vt:lpstr>
      <vt:lpstr>Execution Timeouts</vt:lpstr>
      <vt:lpstr>Dead Letter Queues</vt:lpstr>
      <vt:lpstr>Message Ordering or Parallelism 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Jeremy Miller</dc:creator>
  <cp:lastModifiedBy>Jeremy Miller</cp:lastModifiedBy>
  <cp:revision>4</cp:revision>
  <dcterms:created xsi:type="dcterms:W3CDTF">2026-01-23T17:57:05Z</dcterms:created>
  <dcterms:modified xsi:type="dcterms:W3CDTF">2026-01-27T19:28:31Z</dcterms:modified>
</cp:coreProperties>
</file>